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392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0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96" y="11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ED9C6-6347-4054-BA13-39C2613D0E24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78199-CDCD-47B6-AB90-E8328EA1A9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216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33" y="152360"/>
            <a:ext cx="10238510" cy="96491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0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347" y="1632857"/>
            <a:ext cx="10597739" cy="48006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679557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E4A6788-DF4C-8025-97FD-55443636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33" y="152360"/>
            <a:ext cx="10238510" cy="96491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0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6103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io.upn.edu.pe/handle/11537/29607" TargetMode="External"/><Relationship Id="rId2" Type="http://schemas.openxmlformats.org/officeDocument/2006/relationships/hyperlink" Target="https://biblioteca.upn.edu.pe/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B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C802DD12-93D3-D517-AF34-9D71A0F3E0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8100" y="0"/>
            <a:ext cx="12192000" cy="68579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4773" y="1874025"/>
            <a:ext cx="7102548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750" b="0" i="0" u="none" dirty="0">
                <a:solidFill>
                  <a:srgbClr val="FFFFFF"/>
                </a:solidFill>
                <a:latin typeface="Poppins ExtraBold"/>
              </a:rPr>
              <a:t>TEMA </a:t>
            </a:r>
            <a:r>
              <a:rPr lang="es-ES" sz="3750" dirty="0">
                <a:solidFill>
                  <a:srgbClr val="FFFFFF"/>
                </a:solidFill>
                <a:latin typeface="Poppins ExtraBold"/>
              </a:rPr>
              <a:t>7</a:t>
            </a:r>
            <a:r>
              <a:rPr sz="3750" b="0" i="0" u="none" dirty="0">
                <a:solidFill>
                  <a:srgbClr val="FFFFFF"/>
                </a:solidFill>
                <a:latin typeface="Poppins ExtraBold"/>
              </a:rPr>
              <a:t>: </a:t>
            </a:r>
            <a:r>
              <a:rPr lang="es-ES" sz="3750" dirty="0">
                <a:solidFill>
                  <a:srgbClr val="FFFFFF"/>
                </a:solidFill>
                <a:latin typeface="Poppins ExtraBold"/>
              </a:rPr>
              <a:t>Ecosistema Big Data y análisis con Spark</a:t>
            </a:r>
            <a:endParaRPr sz="3750" dirty="0">
              <a:solidFill>
                <a:srgbClr val="FFFFFF"/>
              </a:solidFill>
              <a:latin typeface="Poppins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005" y="132638"/>
            <a:ext cx="1066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u="none" dirty="0">
                <a:solidFill>
                  <a:srgbClr val="FFFFFF"/>
                </a:solidFill>
                <a:latin typeface="Poppins ExtraBold"/>
              </a:rPr>
              <a:t>UPN, PASIÓN POR TRANSFORMAR VIDAS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6AC7169-392A-ED46-CD41-BA246918768B}"/>
              </a:ext>
            </a:extLst>
          </p:cNvPr>
          <p:cNvSpPr txBox="1"/>
          <p:nvPr/>
        </p:nvSpPr>
        <p:spPr>
          <a:xfrm>
            <a:off x="5872851" y="5901527"/>
            <a:ext cx="4398202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Ing</a:t>
            </a:r>
            <a:r>
              <a:rPr sz="2800" b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r>
              <a:rPr sz="2800" b="1" spc="-1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Andres E. Araujo Acuña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FA195E-C95B-75CF-74B4-3D59067A9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336"/>
            <a:ext cx="12192000" cy="576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10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F63566-F2EF-AE6A-A0F1-BF778E18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2" y="0"/>
            <a:ext cx="12130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8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C28BC97-206F-A756-03DA-F397B7B9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90"/>
            <a:ext cx="12192000" cy="67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6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C41F29-F1F3-BAB9-AB5C-CBCD394F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68"/>
            <a:ext cx="12192000" cy="502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8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B7587C-FFC8-9AAE-61D2-119F8FFC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733" y="0"/>
            <a:ext cx="9624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8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A676D4-0BF2-0036-58CD-3B54A256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283"/>
            <a:ext cx="12192000" cy="565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8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1B36B1-AFE0-988F-3BFD-7B7E5F5EF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792"/>
            <a:ext cx="12192000" cy="629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1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A389CA-C356-ABDB-764A-46DA644D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138"/>
            <a:ext cx="12192000" cy="583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3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74C9-F2DF-3B9C-B438-47BDCBF8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CD00E-18A5-A602-FA90-EEB37C09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BIBLIOGRAFIA REFERENCIAL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C33B2F3-D9E8-88C7-3A83-2123755952D4}"/>
              </a:ext>
            </a:extLst>
          </p:cNvPr>
          <p:cNvSpPr txBox="1"/>
          <p:nvPr/>
        </p:nvSpPr>
        <p:spPr>
          <a:xfrm>
            <a:off x="433633" y="1527142"/>
            <a:ext cx="10831398" cy="5033914"/>
          </a:xfrm>
          <a:prstGeom prst="rect">
            <a:avLst/>
          </a:prstGeom>
        </p:spPr>
        <p:txBody>
          <a:bodyPr vert="horz" wrap="square" lIns="108000" tIns="108000" rIns="108000" bIns="108000" rtlCol="0" anchor="t" anchorCtr="0">
            <a:normAutofit/>
          </a:bodyPr>
          <a:lstStyle/>
          <a:p>
            <a:pPr marL="12065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tabLst>
                <a:tab pos="241935" algn="l"/>
              </a:tabLst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9328100-CD2A-B294-DAF3-0B319CBB0BC1}"/>
              </a:ext>
            </a:extLst>
          </p:cNvPr>
          <p:cNvSpPr txBox="1"/>
          <p:nvPr/>
        </p:nvSpPr>
        <p:spPr>
          <a:xfrm>
            <a:off x="586033" y="1679542"/>
            <a:ext cx="10831398" cy="3987162"/>
          </a:xfrm>
          <a:prstGeom prst="rect">
            <a:avLst/>
          </a:prstGeom>
        </p:spPr>
        <p:txBody>
          <a:bodyPr vert="horz" wrap="square" lIns="108000" tIns="108000" rIns="108000" bIns="108000" rtlCol="0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Universidad Privada del Norte. (s. f.).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Biblioteca Virtual UPN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https://biblioteca.upn.edu.pe/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Universidad Privada del Norte. (s. f.).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Sistema de inteligencia de negocios en la administración de cultivos para la producción agrícola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Repositorio Institucional UPN.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https://repositorio.upn.edu.pe/handle/11537/29607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[Autor no identificado]. (2023).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Utilización de un marco de inteligencia de negocios y minería de datos como herramientas computacionales en las PYMES: Pronóstico de producción de una planta de energía hidroeléctrica como caso de estudio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LACCEI. https://laccei.org/LACCEI2023-BuenosAires/meta/FP832.html</a:t>
            </a:r>
          </a:p>
        </p:txBody>
      </p:sp>
    </p:spTree>
    <p:extLst>
      <p:ext uri="{BB962C8B-B14F-4D97-AF65-F5344CB8AC3E}">
        <p14:creationId xmlns:p14="http://schemas.microsoft.com/office/powerpoint/2010/main" val="199051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147</Words>
  <Application>Microsoft Office PowerPoint</Application>
  <PresentationFormat>Panorámica</PresentationFormat>
  <Paragraphs>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Poppins ExtraBold</vt:lpstr>
      <vt:lpstr>Sharp Grotesk Bold 15</vt:lpstr>
      <vt:lpstr>Telegraf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BIBLIOGRAFIA REFERENCIAL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Elias Araujo Acuna</cp:lastModifiedBy>
  <cp:revision>21</cp:revision>
  <dcterms:created xsi:type="dcterms:W3CDTF">2013-01-27T09:14:16Z</dcterms:created>
  <dcterms:modified xsi:type="dcterms:W3CDTF">2026-09-21T21:45:45Z</dcterms:modified>
  <cp:category/>
</cp:coreProperties>
</file>